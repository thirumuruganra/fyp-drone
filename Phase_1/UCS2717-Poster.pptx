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30270450" cy="21383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resh Jaganathan" userId="ec8008bfc2cc2dbc" providerId="LiveId" clId="{924FB26C-2D2A-4505-917A-4469F2F25046}"/>
    <pc:docChg chg="undo custSel delSld modSld">
      <pc:chgData name="Dr. Suresh Jaganathan" userId="ec8008bfc2cc2dbc" providerId="LiveId" clId="{924FB26C-2D2A-4505-917A-4469F2F25046}" dt="2026-10-10T11:50:20.410" v="37" actId="14100"/>
      <pc:docMkLst>
        <pc:docMk/>
      </pc:docMkLst>
      <pc:sldChg chg="del">
        <pc:chgData name="Dr. Suresh Jaganathan" userId="ec8008bfc2cc2dbc" providerId="LiveId" clId="{924FB26C-2D2A-4505-917A-4469F2F25046}" dt="2026-10-10T11:45:55.128" v="0" actId="47"/>
        <pc:sldMkLst>
          <pc:docMk/>
          <pc:sldMk cId="1550836097" sldId="256"/>
        </pc:sldMkLst>
      </pc:sldChg>
      <pc:sldChg chg="delSp modSp mod">
        <pc:chgData name="Dr. Suresh Jaganathan" userId="ec8008bfc2cc2dbc" providerId="LiveId" clId="{924FB26C-2D2A-4505-917A-4469F2F25046}" dt="2026-10-10T11:50:20.410" v="37" actId="14100"/>
        <pc:sldMkLst>
          <pc:docMk/>
          <pc:sldMk cId="145654216" sldId="257"/>
        </pc:sldMkLst>
        <pc:spChg chg="mod">
          <ac:chgData name="Dr. Suresh Jaganathan" userId="ec8008bfc2cc2dbc" providerId="LiveId" clId="{924FB26C-2D2A-4505-917A-4469F2F25046}" dt="2026-10-10T11:50:20.410" v="37" actId="14100"/>
          <ac:spMkLst>
            <pc:docMk/>
            <pc:sldMk cId="145654216" sldId="257"/>
            <ac:spMk id="2" creationId="{134B97AB-EAA0-4CF8-AE0D-6C54179B12FF}"/>
          </ac:spMkLst>
        </pc:spChg>
        <pc:spChg chg="del">
          <ac:chgData name="Dr. Suresh Jaganathan" userId="ec8008bfc2cc2dbc" providerId="LiveId" clId="{924FB26C-2D2A-4505-917A-4469F2F25046}" dt="2026-10-10T11:46:00.926" v="1" actId="478"/>
          <ac:spMkLst>
            <pc:docMk/>
            <pc:sldMk cId="145654216" sldId="257"/>
            <ac:spMk id="3" creationId="{5C39793F-80DF-4B0A-AEAF-354F34B514A1}"/>
          </ac:spMkLst>
        </pc:spChg>
        <pc:spChg chg="mod">
          <ac:chgData name="Dr. Suresh Jaganathan" userId="ec8008bfc2cc2dbc" providerId="LiveId" clId="{924FB26C-2D2A-4505-917A-4469F2F25046}" dt="2026-10-10T11:46:17.734" v="5" actId="122"/>
          <ac:spMkLst>
            <pc:docMk/>
            <pc:sldMk cId="145654216" sldId="257"/>
            <ac:spMk id="4" creationId="{F84BE3C1-6532-4064-8A34-AD48A213199C}"/>
          </ac:spMkLst>
        </pc:spChg>
        <pc:spChg chg="mod">
          <ac:chgData name="Dr. Suresh Jaganathan" userId="ec8008bfc2cc2dbc" providerId="LiveId" clId="{924FB26C-2D2A-4505-917A-4469F2F25046}" dt="2026-10-10T11:46:20.748" v="6" actId="122"/>
          <ac:spMkLst>
            <pc:docMk/>
            <pc:sldMk cId="145654216" sldId="257"/>
            <ac:spMk id="5" creationId="{8426F9BF-2F9C-41CC-9001-4E47FE1DB6F1}"/>
          </ac:spMkLst>
        </pc:spChg>
        <pc:spChg chg="mod">
          <ac:chgData name="Dr. Suresh Jaganathan" userId="ec8008bfc2cc2dbc" providerId="LiveId" clId="{924FB26C-2D2A-4505-917A-4469F2F25046}" dt="2026-10-10T11:46:23.093" v="7" actId="122"/>
          <ac:spMkLst>
            <pc:docMk/>
            <pc:sldMk cId="145654216" sldId="257"/>
            <ac:spMk id="6" creationId="{6BEE576D-3470-490F-885A-1EADA154C392}"/>
          </ac:spMkLst>
        </pc:spChg>
        <pc:spChg chg="mod">
          <ac:chgData name="Dr. Suresh Jaganathan" userId="ec8008bfc2cc2dbc" providerId="LiveId" clId="{924FB26C-2D2A-4505-917A-4469F2F25046}" dt="2026-10-10T11:47:51.276" v="26" actId="1076"/>
          <ac:spMkLst>
            <pc:docMk/>
            <pc:sldMk cId="145654216" sldId="257"/>
            <ac:spMk id="10" creationId="{C709682E-49D1-4DAB-9C3E-88B3479F0B02}"/>
          </ac:spMkLst>
        </pc:spChg>
        <pc:spChg chg="mod">
          <ac:chgData name="Dr. Suresh Jaganathan" userId="ec8008bfc2cc2dbc" providerId="LiveId" clId="{924FB26C-2D2A-4505-917A-4469F2F25046}" dt="2026-10-10T11:47:34.775" v="22" actId="14100"/>
          <ac:spMkLst>
            <pc:docMk/>
            <pc:sldMk cId="145654216" sldId="257"/>
            <ac:spMk id="14" creationId="{6931E5D3-CCF5-403D-B84E-EDA393E72F73}"/>
          </ac:spMkLst>
        </pc:spChg>
        <pc:spChg chg="mod">
          <ac:chgData name="Dr. Suresh Jaganathan" userId="ec8008bfc2cc2dbc" providerId="LiveId" clId="{924FB26C-2D2A-4505-917A-4469F2F25046}" dt="2026-10-10T11:47:53.500" v="27" actId="1076"/>
          <ac:spMkLst>
            <pc:docMk/>
            <pc:sldMk cId="145654216" sldId="257"/>
            <ac:spMk id="15" creationId="{13492EBB-FB81-4A77-98EF-2CB2DA01FEC1}"/>
          </ac:spMkLst>
        </pc:spChg>
        <pc:spChg chg="mod">
          <ac:chgData name="Dr. Suresh Jaganathan" userId="ec8008bfc2cc2dbc" providerId="LiveId" clId="{924FB26C-2D2A-4505-917A-4469F2F25046}" dt="2026-10-10T11:49:45.559" v="34" actId="14100"/>
          <ac:spMkLst>
            <pc:docMk/>
            <pc:sldMk cId="145654216" sldId="257"/>
            <ac:spMk id="17" creationId="{BA0C4176-29A0-40AD-89BA-A05B9C0CEEF0}"/>
          </ac:spMkLst>
        </pc:spChg>
        <pc:spChg chg="mod">
          <ac:chgData name="Dr. Suresh Jaganathan" userId="ec8008bfc2cc2dbc" providerId="LiveId" clId="{924FB26C-2D2A-4505-917A-4469F2F25046}" dt="2026-10-10T11:48:49.883" v="33" actId="1076"/>
          <ac:spMkLst>
            <pc:docMk/>
            <pc:sldMk cId="145654216" sldId="257"/>
            <ac:spMk id="22" creationId="{72FEF28A-94D2-421C-A1D0-8DAB170FC3C8}"/>
          </ac:spMkLst>
        </pc:spChg>
        <pc:spChg chg="mod">
          <ac:chgData name="Dr. Suresh Jaganathan" userId="ec8008bfc2cc2dbc" providerId="LiveId" clId="{924FB26C-2D2A-4505-917A-4469F2F25046}" dt="2026-10-10T11:48:44.307" v="32" actId="1076"/>
          <ac:spMkLst>
            <pc:docMk/>
            <pc:sldMk cId="145654216" sldId="257"/>
            <ac:spMk id="24" creationId="{DA2FEC55-E2BE-4A31-AF36-13C6B111FAB4}"/>
          </ac:spMkLst>
        </pc:spChg>
        <pc:spChg chg="mod">
          <ac:chgData name="Dr. Suresh Jaganathan" userId="ec8008bfc2cc2dbc" providerId="LiveId" clId="{924FB26C-2D2A-4505-917A-4469F2F25046}" dt="2026-10-10T11:46:44.242" v="15" actId="403"/>
          <ac:spMkLst>
            <pc:docMk/>
            <pc:sldMk cId="145654216" sldId="257"/>
            <ac:spMk id="32" creationId="{E89A2640-B5DB-48AA-A002-059B5158C160}"/>
          </ac:spMkLst>
        </pc:spChg>
        <pc:spChg chg="mod">
          <ac:chgData name="Dr. Suresh Jaganathan" userId="ec8008bfc2cc2dbc" providerId="LiveId" clId="{924FB26C-2D2A-4505-917A-4469F2F25046}" dt="2026-10-10T11:47:27.853" v="21" actId="14100"/>
          <ac:spMkLst>
            <pc:docMk/>
            <pc:sldMk cId="145654216" sldId="257"/>
            <ac:spMk id="37" creationId="{B825398C-3094-6C2E-F51B-7E7DE07004CA}"/>
          </ac:spMkLst>
        </pc:spChg>
        <pc:spChg chg="mod">
          <ac:chgData name="Dr. Suresh Jaganathan" userId="ec8008bfc2cc2dbc" providerId="LiveId" clId="{924FB26C-2D2A-4505-917A-4469F2F25046}" dt="2026-10-10T11:47:40.433" v="25" actId="20577"/>
          <ac:spMkLst>
            <pc:docMk/>
            <pc:sldMk cId="145654216" sldId="257"/>
            <ac:spMk id="38" creationId="{68D29E1E-0E39-FF0F-E884-F97E918FB502}"/>
          </ac:spMkLst>
        </pc:spChg>
        <pc:picChg chg="mod">
          <ac:chgData name="Dr. Suresh Jaganathan" userId="ec8008bfc2cc2dbc" providerId="LiveId" clId="{924FB26C-2D2A-4505-917A-4469F2F25046}" dt="2026-10-10T11:46:51.294" v="17" actId="1076"/>
          <ac:picMkLst>
            <pc:docMk/>
            <pc:sldMk cId="145654216" sldId="257"/>
            <ac:picMk id="34" creationId="{0EF0BD8F-825E-A2C0-2525-FD1B64C0E6D0}"/>
          </ac:picMkLst>
        </pc:picChg>
        <pc:cxnChg chg="mod">
          <ac:chgData name="Dr. Suresh Jaganathan" userId="ec8008bfc2cc2dbc" providerId="LiveId" clId="{924FB26C-2D2A-4505-917A-4469F2F25046}" dt="2026-10-10T11:47:07.628" v="19" actId="14100"/>
          <ac:cxnSpMkLst>
            <pc:docMk/>
            <pc:sldMk cId="145654216" sldId="257"/>
            <ac:cxnSpMk id="36" creationId="{E2410E94-B0D4-BEC6-A47D-1F1B0E9BD3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2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F826D9-3ED3-4ECA-9A68-9A93C5F2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078258"/>
            <a:ext cx="24216360" cy="308874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786D3D-EAC0-4559-A205-F091E9692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568" y="11760994"/>
            <a:ext cx="21189315" cy="237595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0D23FFE-B32F-46B0-9F74-4AED26BE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909844"/>
            <a:ext cx="24216360" cy="356393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4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3F40F8-5937-4F78-B190-85337946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29C7129-A9B9-4E7E-90A2-23434D25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26865024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1E6C8B-B81F-4693-9984-9640B835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683F3A-81C5-43FE-A0E3-54454179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677A5B2-8C77-4BCB-93C6-32232E34CF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081177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8C1F1A-566D-48A6-AB6C-1531BF10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A82C079-3AE7-4C2B-B0D3-03D6EDB8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89A2640-B5DB-48AA-A002-059B5158C160}"/>
              </a:ext>
            </a:extLst>
          </p:cNvPr>
          <p:cNvSpPr>
            <a:spLocks noGrp="1"/>
          </p:cNvSpPr>
          <p:nvPr/>
        </p:nvSpPr>
        <p:spPr>
          <a:xfrm>
            <a:off x="2857500" y="174457"/>
            <a:ext cx="24574500" cy="89234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Sri Sivasubramaniya Nadar College of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B97AB-EAA0-4CF8-AE0D-6C54179B12FF}"/>
              </a:ext>
            </a:extLst>
          </p:cNvPr>
          <p:cNvSpPr>
            <a:spLocks noGrp="1"/>
          </p:cNvSpPr>
          <p:nvPr/>
        </p:nvSpPr>
        <p:spPr>
          <a:xfrm>
            <a:off x="2857500" y="1042236"/>
            <a:ext cx="24574500" cy="57826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BE3C1-6532-4064-8A34-AD48A213199C}"/>
              </a:ext>
            </a:extLst>
          </p:cNvPr>
          <p:cNvSpPr>
            <a:spLocks noGrp="1"/>
          </p:cNvSpPr>
          <p:nvPr/>
        </p:nvSpPr>
        <p:spPr>
          <a:xfrm>
            <a:off x="619125" y="1795462"/>
            <a:ext cx="29032200" cy="99536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[PROJECT TITLE: A CONCISE DESCRIPTION OF YOUR WORK]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F9BF-2F9C-41CC-9001-4E47FE1DB6F1}"/>
              </a:ext>
            </a:extLst>
          </p:cNvPr>
          <p:cNvSpPr>
            <a:spLocks noGrp="1"/>
          </p:cNvSpPr>
          <p:nvPr/>
        </p:nvSpPr>
        <p:spPr>
          <a:xfrm>
            <a:off x="619125" y="2781300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[Student 1, Register No.]   [Student 2, Register No.]   [Student 3, Register No.]   [Student 4, Register No.]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E576D-3470-490F-885A-1EADA154C392}"/>
              </a:ext>
            </a:extLst>
          </p:cNvPr>
          <p:cNvSpPr>
            <a:spLocks noGrp="1"/>
          </p:cNvSpPr>
          <p:nvPr/>
        </p:nvSpPr>
        <p:spPr>
          <a:xfrm>
            <a:off x="619125" y="3433762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75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Guide: [Dr./Mr./Ms. Name, Designation]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9682E-49D1-4DAB-9C3E-88B3479F0B02}"/>
              </a:ext>
            </a:extLst>
          </p:cNvPr>
          <p:cNvSpPr>
            <a:spLocks noGrp="1"/>
          </p:cNvSpPr>
          <p:nvPr/>
        </p:nvSpPr>
        <p:spPr>
          <a:xfrm>
            <a:off x="562977" y="4330991"/>
            <a:ext cx="839353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Problem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Statement &amp; Objectives 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F8B3E-6614-4FCE-8177-49E1ABD94E2E}"/>
              </a:ext>
            </a:extLst>
          </p:cNvPr>
          <p:cNvSpPr>
            <a:spLocks noGrp="1"/>
          </p:cNvSpPr>
          <p:nvPr/>
        </p:nvSpPr>
        <p:spPr>
          <a:xfrm>
            <a:off x="619125" y="5261811"/>
            <a:ext cx="8393530" cy="313924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Problem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Statement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:</a:t>
            </a: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Objectives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1. [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2. [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3. [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45C2B-38B5-4B73-945F-5B1E00D6EB36}"/>
              </a:ext>
            </a:extLst>
          </p:cNvPr>
          <p:cNvSpPr>
            <a:spLocks noGrp="1"/>
          </p:cNvSpPr>
          <p:nvPr/>
        </p:nvSpPr>
        <p:spPr>
          <a:xfrm>
            <a:off x="378493" y="8478378"/>
            <a:ext cx="8634162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Related work and research gap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05B4583-2FFE-4AF7-AD90-72D7E5C9B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2153965"/>
              </p:ext>
            </p:extLst>
          </p:nvPr>
        </p:nvGraphicFramePr>
        <p:xfrm>
          <a:off x="506830" y="9436016"/>
          <a:ext cx="8505825" cy="2333625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Author/Year</a:t>
                      </a:r>
                    </a:p>
                  </a:txBody>
                  <a:tcPr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Method</a:t>
                      </a:r>
                    </a:p>
                  </a:txBody>
                  <a:tcPr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Findings</a:t>
                      </a:r>
                    </a:p>
                  </a:txBody>
                  <a:tcPr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Limitations</a:t>
                      </a:r>
                    </a:p>
                  </a:txBody>
                  <a:tcPr>
                    <a:solidFill>
                      <a:srgbClr val="15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[Author, year]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[Method]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[Finding]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[Limitation]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2025" dirty="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[Author, year]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[Method]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[Finding]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dirty="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[Limitation]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931E5D3-CCF5-403D-B84E-EDA393E72F73}"/>
              </a:ext>
            </a:extLst>
          </p:cNvPr>
          <p:cNvSpPr>
            <a:spLocks noGrp="1"/>
          </p:cNvSpPr>
          <p:nvPr/>
        </p:nvSpPr>
        <p:spPr>
          <a:xfrm>
            <a:off x="378493" y="13865140"/>
            <a:ext cx="8634162" cy="6234616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Research gap: </a:t>
            </a: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[State the unresolved limitation and how your work addresses it.]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92EBB-FB81-4A77-98EF-2CB2DA01FEC1}"/>
              </a:ext>
            </a:extLst>
          </p:cNvPr>
          <p:cNvSpPr>
            <a:spLocks noGrp="1"/>
          </p:cNvSpPr>
          <p:nvPr/>
        </p:nvSpPr>
        <p:spPr>
          <a:xfrm>
            <a:off x="9256295" y="4330991"/>
            <a:ext cx="1063190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0C4176-29A0-40AD-89BA-A05B9C0CEEF0}"/>
              </a:ext>
            </a:extLst>
          </p:cNvPr>
          <p:cNvSpPr>
            <a:spLocks noGrp="1"/>
          </p:cNvSpPr>
          <p:nvPr/>
        </p:nvSpPr>
        <p:spPr>
          <a:xfrm>
            <a:off x="9269830" y="5063538"/>
            <a:ext cx="10618370" cy="8412832"/>
          </a:xfrm>
          <a:prstGeom prst="rect">
            <a:avLst/>
          </a:prstGeom>
          <a:solidFill>
            <a:srgbClr val="F5F8FA"/>
          </a:solidFill>
          <a:ln w="19050">
            <a:solidFill>
              <a:srgbClr val="CFDCE3"/>
            </a:solidFill>
          </a:ln>
        </p:spPr>
        <p:txBody>
          <a:bodyPr/>
          <a:lstStyle>
            <a:def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[INSERT SYSTEM ARCHITECTURE]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A233BF-2C9A-4304-A813-E05EC8CAE992}"/>
              </a:ext>
            </a:extLst>
          </p:cNvPr>
          <p:cNvSpPr>
            <a:spLocks noGrp="1"/>
          </p:cNvSpPr>
          <p:nvPr/>
        </p:nvSpPr>
        <p:spPr>
          <a:xfrm>
            <a:off x="9269830" y="14001750"/>
            <a:ext cx="1061837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Functional Modules and Dataset Description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7AA02-E748-43E1-B136-4C980B680767}"/>
              </a:ext>
            </a:extLst>
          </p:cNvPr>
          <p:cNvSpPr>
            <a:spLocks noGrp="1"/>
          </p:cNvSpPr>
          <p:nvPr/>
        </p:nvSpPr>
        <p:spPr>
          <a:xfrm>
            <a:off x="9269830" y="14811375"/>
            <a:ext cx="10618370" cy="1774659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Modules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[Module 1: 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[Module 2: 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[Module 3: </a:t>
            </a: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---</a:t>
            </a: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]</a:t>
            </a: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FEF28A-94D2-421C-A1D0-8DAB170FC3C8}"/>
              </a:ext>
            </a:extLst>
          </p:cNvPr>
          <p:cNvSpPr>
            <a:spLocks noGrp="1"/>
          </p:cNvSpPr>
          <p:nvPr/>
        </p:nvSpPr>
        <p:spPr>
          <a:xfrm>
            <a:off x="20067172" y="4267951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Results and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Analysis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2FEC55-E2BE-4A31-AF36-13C6B111FAB4}"/>
              </a:ext>
            </a:extLst>
          </p:cNvPr>
          <p:cNvSpPr>
            <a:spLocks noGrp="1"/>
          </p:cNvSpPr>
          <p:nvPr/>
        </p:nvSpPr>
        <p:spPr>
          <a:xfrm>
            <a:off x="20067172" y="5060782"/>
            <a:ext cx="9505950" cy="8415588"/>
          </a:xfrm>
          <a:prstGeom prst="rect">
            <a:avLst/>
          </a:prstGeom>
          <a:solidFill>
            <a:srgbClr val="F5F8FA"/>
          </a:solidFill>
          <a:ln w="19050">
            <a:solidFill>
              <a:srgbClr val="CFDCE3"/>
            </a:solidFill>
          </a:ln>
        </p:spPr>
        <p:txBody>
          <a:bodyPr/>
          <a:lstStyle>
            <a:def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[INSERT RESULTS CHART OR COMPARISON TABLE]</a:t>
            </a:r>
          </a:p>
          <a:p>
            <a:endParaRPr sz="2400" b="0" dirty="0">
              <a:solidFill>
                <a:srgbClr val="50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8F8393-2FDB-437D-9D78-676ADC7F9BDF}"/>
              </a:ext>
            </a:extLst>
          </p:cNvPr>
          <p:cNvSpPr>
            <a:spLocks noGrp="1"/>
          </p:cNvSpPr>
          <p:nvPr/>
        </p:nvSpPr>
        <p:spPr>
          <a:xfrm>
            <a:off x="20131840" y="13984705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56CA06-E2B0-4F64-A1B6-FF31FFC63B23}"/>
              </a:ext>
            </a:extLst>
          </p:cNvPr>
          <p:cNvSpPr>
            <a:spLocks noGrp="1"/>
          </p:cNvSpPr>
          <p:nvPr/>
        </p:nvSpPr>
        <p:spPr>
          <a:xfrm>
            <a:off x="20131840" y="14868523"/>
            <a:ext cx="9505950" cy="523123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Conclusion: [Explain how the evidence addresses the objectives.]</a:t>
            </a: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Contribution: [State the specific addition over existing work.]</a:t>
            </a: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Future work: [One or two feasible improvements]</a:t>
            </a:r>
          </a:p>
        </p:txBody>
      </p:sp>
      <p:pic>
        <p:nvPicPr>
          <p:cNvPr id="34" name="Picture 33" descr="A blue and white logo&#10;&#10;Description automatically generated">
            <a:extLst>
              <a:ext uri="{FF2B5EF4-FFF2-40B4-BE49-F238E27FC236}">
                <a16:creationId xmlns:a16="http://schemas.microsoft.com/office/drawing/2014/main" id="{0EF0BD8F-825E-A2C0-2525-FD1B64C0E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319489"/>
            <a:ext cx="2187116" cy="101626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10E94-B0D4-BEC6-A47D-1F1B0E9BD3D9}"/>
              </a:ext>
            </a:extLst>
          </p:cNvPr>
          <p:cNvCxnSpPr>
            <a:cxnSpLocks/>
          </p:cNvCxnSpPr>
          <p:nvPr/>
        </p:nvCxnSpPr>
        <p:spPr>
          <a:xfrm flipV="1">
            <a:off x="619125" y="3957637"/>
            <a:ext cx="29018665" cy="160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825398C-3094-6C2E-F51B-7E7DE07004CA}"/>
              </a:ext>
            </a:extLst>
          </p:cNvPr>
          <p:cNvSpPr>
            <a:spLocks noGrp="1"/>
          </p:cNvSpPr>
          <p:nvPr/>
        </p:nvSpPr>
        <p:spPr>
          <a:xfrm>
            <a:off x="9269830" y="16966030"/>
            <a:ext cx="10618370" cy="3133726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Dataset Description</a:t>
            </a:r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D29E1E-0E39-FF0F-E884-F97E918FB502}"/>
              </a:ext>
            </a:extLst>
          </p:cNvPr>
          <p:cNvSpPr>
            <a:spLocks noGrp="1"/>
          </p:cNvSpPr>
          <p:nvPr/>
        </p:nvSpPr>
        <p:spPr>
          <a:xfrm>
            <a:off x="378493" y="12060529"/>
            <a:ext cx="8634162" cy="141584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US" sz="2550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***Related work summary table – only the 5 research papers related to your problem statement.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lang="en-US" sz="255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6542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242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Suresh Jaganathan</cp:lastModifiedBy>
  <cp:revision>1</cp:revision>
  <dcterms:created xsi:type="dcterms:W3CDTF">2026-10-10T11:20:33Z</dcterms:created>
  <dcterms:modified xsi:type="dcterms:W3CDTF">2026-10-10T11:50:25Z</dcterms:modified>
</cp:coreProperties>
</file>